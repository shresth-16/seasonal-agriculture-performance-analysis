
<file path=[Content_Types].xml><?xml version="1.0" encoding="utf-8"?>
<Types xmlns="http://schemas.openxmlformats.org/package/2006/content-types">
  <Default Extension="jfif"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86" d="100"/>
          <a:sy n="86" d="100"/>
        </p:scale>
        <p:origin x="466" y="67"/>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9/15/2026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9/15/2026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9/15/2026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9/15/2026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376283" y="2998251"/>
            <a:ext cx="8442597" cy="861497"/>
          </a:xfrm>
        </p:spPr>
        <p:txBody>
          <a:bodyPr vert="horz" lIns="91440" tIns="45720" rIns="91440" bIns="45720" rtlCol="0" anchor="t">
            <a:normAutofit/>
          </a:bodyPr>
          <a:lstStyle/>
          <a:p>
            <a:r>
              <a:rPr lang="en-US" b="0" dirty="0">
                <a:solidFill>
                  <a:schemeClr val="tx1"/>
                </a:solidFill>
              </a:rPr>
              <a:t>Student Name :- SHRESTH SHAURYA  </a:t>
            </a:r>
            <a:endParaRPr lang="en-IN" b="0" dirty="0">
              <a:solidFill>
                <a:schemeClr val="tx1"/>
              </a:solidFill>
            </a:endParaRPr>
          </a:p>
          <a:p>
            <a:r>
              <a:rPr lang="en-US" b="0" dirty="0">
                <a:solidFill>
                  <a:schemeClr val="tx1"/>
                </a:solidFill>
              </a:rPr>
              <a:t>College Name :– GOVERNMENT ENGINEERING COLLEGE SHEOHAR</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5957" y="463893"/>
            <a:ext cx="9898196" cy="1443192"/>
          </a:xfrm>
        </p:spPr>
        <p:txBody>
          <a:bodyPr>
            <a:normAutofit/>
          </a:bodyPr>
          <a:lstStyle/>
          <a:p>
            <a:r>
              <a:rPr lang="en-GB" sz="3200" dirty="0"/>
              <a:t>Project Title -</a:t>
            </a:r>
            <a:r>
              <a:rPr lang="en-IN" sz="3200" dirty="0"/>
              <a:t>Seasonal Agriculture Performance Analysis</a:t>
            </a: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459566" y="4190389"/>
            <a:ext cx="5443394" cy="369332"/>
          </a:xfrm>
          <a:prstGeom prst="rect">
            <a:avLst/>
          </a:prstGeom>
          <a:noFill/>
        </p:spPr>
        <p:txBody>
          <a:bodyPr wrap="square" rtlCol="0">
            <a:spAutoFit/>
          </a:bodyPr>
          <a:lstStyle/>
          <a:p>
            <a:r>
              <a:rPr lang="en-US" b="1" dirty="0"/>
              <a:t>AICTE STU ID : </a:t>
            </a:r>
            <a:r>
              <a:rPr lang="en-IN" b="1" dirty="0"/>
              <a:t>STU6448cef54903f1682493173</a:t>
            </a:r>
            <a:endParaRPr lang="en-US" b="1" dirty="0"/>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579120" y="1875556"/>
            <a:ext cx="8554720" cy="4982444"/>
          </a:xfrm>
        </p:spPr>
        <p:txBody>
          <a:bodyPr vert="horz" lIns="91440" tIns="45720" rIns="91440" bIns="45720" rtlCol="0" anchor="t">
            <a:normAutofit fontScale="92500" lnSpcReduction="10000"/>
          </a:bodyPr>
          <a:lstStyle/>
          <a:p>
            <a:pPr algn="just">
              <a:lnSpc>
                <a:spcPct val="100000"/>
              </a:lnSpc>
            </a:pPr>
            <a:r>
              <a:rPr lang="en-IN" sz="2800" dirty="0"/>
              <a:t>(</a:t>
            </a:r>
            <a:r>
              <a:rPr lang="en-US"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9431242" y="220947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4"/>
            <a:ext cx="11003281" cy="5422866"/>
          </a:xfrm>
        </p:spPr>
        <p:txBody>
          <a:bodyPr>
            <a:noAutofit/>
          </a:bodyPr>
          <a:lstStyle/>
          <a:p>
            <a:pPr lvl="0"/>
            <a:r>
              <a:rPr lang="en-GB" sz="4300" dirty="0"/>
              <a:t>Project Description</a:t>
            </a:r>
            <a:br>
              <a:rPr lang="en-GB" sz="4300" dirty="0"/>
            </a:br>
            <a:br>
              <a:rPr lang="en-GB" sz="2400" dirty="0"/>
            </a:br>
            <a:r>
              <a:rPr lang="en-IN" sz="2400" dirty="0"/>
              <a:t>Project Overview: This project analyses a dataset representing agricultural activities across different seasons, geographical areas, and farming conditions. </a:t>
            </a:r>
            <a:br>
              <a:rPr lang="en-IN" sz="2400" dirty="0"/>
            </a:br>
            <a:r>
              <a:rPr lang="en-IN" sz="2400" dirty="0"/>
              <a:t>Data Scope: The analysis covers farming practices, environmental conditions, crop production, resource usage, and economic performance metrics. </a:t>
            </a:r>
            <a:br>
              <a:rPr lang="en-IN" sz="2400" dirty="0"/>
            </a:br>
            <a:r>
              <a:rPr lang="en-IN" sz="2400" dirty="0"/>
              <a:t>Methodology: The dataset was cleaned and prepared using Python, followed by exploratory data analysis to examine how agricultural performance varies across the Kharif, Rabi, and Zaid seasons. </a:t>
            </a:r>
            <a:br>
              <a:rPr lang="en-IN" sz="2400" dirty="0"/>
            </a:br>
            <a:r>
              <a:rPr lang="en-IN" sz="2400" dirty="0"/>
              <a:t>Core Objective: The primary goal is to identify meaningful seasonal patterns, investigate relationships between environmental conditions and agricultural outcomes, and develop data-driven recommendations</a:t>
            </a:r>
            <a:br>
              <a:rPr lang="en-IN" sz="2400" dirty="0"/>
            </a:br>
            <a:r>
              <a:rPr lang="en-GB" sz="2400" dirty="0"/>
              <a:t> </a:t>
            </a:r>
            <a:br>
              <a:rPr lang="en-GB" sz="2400" dirty="0"/>
            </a:br>
            <a:endParaRPr lang="en-IN" sz="2400"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10129521" cy="4671219"/>
          </a:xfrm>
        </p:spPr>
        <p:txBody>
          <a:bodyPr>
            <a:normAutofit/>
          </a:bodyPr>
          <a:lstStyle/>
          <a:p>
            <a:pPr lvl="0"/>
            <a:r>
              <a:rPr lang="en-IN" b="1" dirty="0"/>
              <a:t>Agricultural Stakeholders:</a:t>
            </a:r>
            <a:r>
              <a:rPr lang="en-IN" dirty="0"/>
              <a:t> Individuals who need to understand variations in agricultural performance and identify important seasonal trends. </a:t>
            </a:r>
          </a:p>
          <a:p>
            <a:pPr lvl="0"/>
            <a:r>
              <a:rPr lang="en-IN" b="1" dirty="0"/>
              <a:t>Agricultural Planners:</a:t>
            </a:r>
            <a:r>
              <a:rPr lang="en-IN" dirty="0"/>
              <a:t> Professionals seeking to support evidence-based agricultural planning through data analytics. </a:t>
            </a:r>
          </a:p>
          <a:p>
            <a:pPr lvl="0"/>
            <a:r>
              <a:rPr lang="en-IN" b="1" dirty="0"/>
              <a:t>Farmers &amp; Researchers:</a:t>
            </a:r>
            <a:r>
              <a:rPr lang="en-IN" dirty="0"/>
              <a:t> Users needing to understand changing environmental conditions and examine differences in resource usage across different periods. </a:t>
            </a:r>
          </a:p>
          <a:p>
            <a:pPr algn="just">
              <a:lnSpc>
                <a:spcPct val="150000"/>
              </a:lnSpc>
            </a:pP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0" y="3967161"/>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0618" y="6512560"/>
            <a:ext cx="9027702" cy="163447"/>
          </a:xfrm>
        </p:spPr>
        <p:txBody>
          <a:bodyPr>
            <a:normAutofit fontScale="25000" lnSpcReduction="20000"/>
          </a:bodyPr>
          <a:lstStyle/>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
        <p:nvSpPr>
          <p:cNvPr id="4" name="TextBox 3">
            <a:extLst>
              <a:ext uri="{FF2B5EF4-FFF2-40B4-BE49-F238E27FC236}">
                <a16:creationId xmlns:a16="http://schemas.microsoft.com/office/drawing/2014/main" id="{4E96C904-3D53-01F3-FE99-6536CD3CC6FF}"/>
              </a:ext>
            </a:extLst>
          </p:cNvPr>
          <p:cNvSpPr txBox="1"/>
          <p:nvPr/>
        </p:nvSpPr>
        <p:spPr>
          <a:xfrm>
            <a:off x="1132298" y="1428376"/>
            <a:ext cx="8761002" cy="4832092"/>
          </a:xfrm>
          <a:prstGeom prst="rect">
            <a:avLst/>
          </a:prstGeom>
          <a:noFill/>
        </p:spPr>
        <p:txBody>
          <a:bodyPr wrap="square">
            <a:spAutoFit/>
          </a:bodyPr>
          <a:lstStyle/>
          <a:p>
            <a:pPr marL="342900" lvl="0" indent="-342900">
              <a:buFont typeface="Arial" panose="020B0604020202020204" pitchFamily="34" charset="0"/>
              <a:buChar char="•"/>
            </a:pPr>
            <a:r>
              <a:rPr lang="en-IN" sz="2800" b="1" dirty="0">
                <a:effectLst/>
                <a:latin typeface="+mn-lt"/>
              </a:rPr>
              <a:t>Python:</a:t>
            </a:r>
            <a:r>
              <a:rPr lang="en-IN" sz="2800" dirty="0">
                <a:effectLst/>
                <a:latin typeface="+mn-lt"/>
              </a:rPr>
              <a:t> The core programming language used for the data analytics project.</a:t>
            </a:r>
          </a:p>
          <a:p>
            <a:pPr marL="342900" lvl="0" indent="-342900">
              <a:buFont typeface="Arial" panose="020B0604020202020204" pitchFamily="34" charset="0"/>
              <a:buChar char="•"/>
            </a:pPr>
            <a:r>
              <a:rPr lang="en-IN" sz="2800" b="1" dirty="0">
                <a:effectLst/>
                <a:latin typeface="+mn-lt"/>
              </a:rPr>
              <a:t>Pandas:</a:t>
            </a:r>
            <a:r>
              <a:rPr lang="en-IN" sz="2800" dirty="0">
                <a:effectLst/>
                <a:latin typeface="+mn-lt"/>
              </a:rPr>
              <a:t> Used to clean and prepare the data for analysis, including handling missing values. </a:t>
            </a:r>
          </a:p>
          <a:p>
            <a:pPr marL="342900" lvl="0" indent="-342900">
              <a:buFont typeface="Arial" panose="020B0604020202020204" pitchFamily="34" charset="0"/>
              <a:buChar char="•"/>
            </a:pPr>
            <a:r>
              <a:rPr lang="en-IN" sz="2800" b="1" dirty="0">
                <a:effectLst/>
                <a:latin typeface="+mn-lt"/>
              </a:rPr>
              <a:t>Matplotlib &amp; Seaborn:</a:t>
            </a:r>
            <a:r>
              <a:rPr lang="en-IN" sz="2800" dirty="0">
                <a:effectLst/>
                <a:latin typeface="+mn-lt"/>
              </a:rPr>
              <a:t> Utilized to apply appropriate visualization techniques to identify patterns, relationships, and variations within the dataset. </a:t>
            </a:r>
          </a:p>
          <a:p>
            <a:pPr marL="342900" lvl="0" indent="-342900">
              <a:buFont typeface="Arial" panose="020B0604020202020204" pitchFamily="34" charset="0"/>
              <a:buChar char="•"/>
            </a:pPr>
            <a:r>
              <a:rPr lang="en-IN" sz="2800" b="1" dirty="0">
                <a:effectLst/>
                <a:latin typeface="+mn-lt"/>
              </a:rPr>
              <a:t>Jupyter Notebook:</a:t>
            </a:r>
            <a:r>
              <a:rPr lang="en-IN" sz="2800" dirty="0">
                <a:effectLst/>
                <a:latin typeface="+mn-lt"/>
              </a:rPr>
              <a:t> The development environment used to execute the code and document the complete analysis</a:t>
            </a:r>
            <a:endParaRPr lang="en-IN" sz="2800" dirty="0">
              <a:effectLst/>
              <a:latin typeface="Google Sans Text"/>
            </a:endParaRP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11" name="Picture 10">
            <a:extLst>
              <a:ext uri="{FF2B5EF4-FFF2-40B4-BE49-F238E27FC236}">
                <a16:creationId xmlns:a16="http://schemas.microsoft.com/office/drawing/2014/main" id="{896FC648-D3F3-A894-FFB7-11646A2D66EA}"/>
              </a:ext>
            </a:extLst>
          </p:cNvPr>
          <p:cNvPicPr>
            <a:picLocks noChangeAspect="1"/>
          </p:cNvPicPr>
          <p:nvPr/>
        </p:nvPicPr>
        <p:blipFill>
          <a:blip r:embed="rId3"/>
          <a:stretch>
            <a:fillRect/>
          </a:stretch>
        </p:blipFill>
        <p:spPr>
          <a:xfrm>
            <a:off x="84192" y="0"/>
            <a:ext cx="12107808" cy="6568440"/>
          </a:xfrm>
          <a:prstGeom prst="rect">
            <a:avLst/>
          </a:prstGeom>
        </p:spPr>
      </p:pic>
      <p:pic>
        <p:nvPicPr>
          <p:cNvPr id="3" name="Picture 2">
            <a:extLst>
              <a:ext uri="{FF2B5EF4-FFF2-40B4-BE49-F238E27FC236}">
                <a16:creationId xmlns:a16="http://schemas.microsoft.com/office/drawing/2014/main" id="{8697E6E1-6D46-F9F2-D765-D62A597F37F0}"/>
              </a:ext>
            </a:extLst>
          </p:cNvPr>
          <p:cNvPicPr>
            <a:picLocks noChangeAspect="1"/>
          </p:cNvPicPr>
          <p:nvPr/>
        </p:nvPicPr>
        <p:blipFill>
          <a:blip r:embed="rId4"/>
          <a:stretch>
            <a:fillRect/>
          </a:stretch>
        </p:blipFill>
        <p:spPr>
          <a:xfrm>
            <a:off x="0" y="0"/>
            <a:ext cx="12192000" cy="6858000"/>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657600" y="6471920"/>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sz="2000" b="1" dirty="0"/>
              <a:t>This is output of result</a:t>
            </a:r>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9" name="Picture 8">
            <a:extLst>
              <a:ext uri="{FF2B5EF4-FFF2-40B4-BE49-F238E27FC236}">
                <a16:creationId xmlns:a16="http://schemas.microsoft.com/office/drawing/2014/main" id="{CA4440AB-F86A-228F-B13A-19FF3F22D3DF}"/>
              </a:ext>
            </a:extLst>
          </p:cNvPr>
          <p:cNvPicPr>
            <a:picLocks noChangeAspect="1"/>
          </p:cNvPicPr>
          <p:nvPr/>
        </p:nvPicPr>
        <p:blipFill>
          <a:blip r:embed="rId3"/>
          <a:stretch>
            <a:fillRect/>
          </a:stretch>
        </p:blipFill>
        <p:spPr>
          <a:xfrm>
            <a:off x="0" y="1"/>
            <a:ext cx="12192000" cy="6471920"/>
          </a:xfrm>
          <a:prstGeom prst="rect">
            <a:avLst/>
          </a:prstGeom>
        </p:spPr>
      </p:pic>
      <p:pic>
        <p:nvPicPr>
          <p:cNvPr id="3" name="Picture 2">
            <a:extLst>
              <a:ext uri="{FF2B5EF4-FFF2-40B4-BE49-F238E27FC236}">
                <a16:creationId xmlns:a16="http://schemas.microsoft.com/office/drawing/2014/main" id="{EFD900AF-6F83-3360-C078-C8D5CEDF04AD}"/>
              </a:ext>
            </a:extLst>
          </p:cNvPr>
          <p:cNvPicPr>
            <a:picLocks noChangeAspect="1"/>
          </p:cNvPicPr>
          <p:nvPr/>
        </p:nvPicPr>
        <p:blipFill>
          <a:blip r:embed="rId4"/>
          <a:stretch>
            <a:fillRect/>
          </a:stretch>
        </p:blipFill>
        <p:spPr>
          <a:xfrm>
            <a:off x="0" y="-1"/>
            <a:ext cx="12192000" cy="6857999"/>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8DC2E703-D0A5-F386-3132-79DE585DD0F3}"/>
              </a:ext>
            </a:extLst>
          </p:cNvPr>
          <p:cNvPicPr>
            <a:picLocks noChangeAspect="1"/>
          </p:cNvPicPr>
          <p:nvPr/>
        </p:nvPicPr>
        <p:blipFill>
          <a:blip r:embed="rId3"/>
          <a:stretch>
            <a:fillRect/>
          </a:stretch>
        </p:blipFill>
        <p:spPr>
          <a:xfrm>
            <a:off x="0" y="-81280"/>
            <a:ext cx="12192000" cy="6939280"/>
          </a:xfrm>
          <a:prstGeom prst="rect">
            <a:avLst/>
          </a:prstGeom>
        </p:spPr>
      </p:pic>
      <p:pic>
        <p:nvPicPr>
          <p:cNvPr id="6" name="Picture 5">
            <a:extLst>
              <a:ext uri="{FF2B5EF4-FFF2-40B4-BE49-F238E27FC236}">
                <a16:creationId xmlns:a16="http://schemas.microsoft.com/office/drawing/2014/main" id="{CC90BD63-3A2D-D885-68CA-2CB46730C622}"/>
              </a:ext>
            </a:extLst>
          </p:cNvPr>
          <p:cNvPicPr>
            <a:picLocks noChangeAspect="1"/>
          </p:cNvPicPr>
          <p:nvPr/>
        </p:nvPicPr>
        <p:blipFill>
          <a:blip r:embed="rId4"/>
          <a:stretch>
            <a:fillRect/>
          </a:stretch>
        </p:blipFill>
        <p:spPr>
          <a:xfrm>
            <a:off x="0" y="-81280"/>
            <a:ext cx="12192000" cy="6939280"/>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9" name="Picture 8">
            <a:extLst>
              <a:ext uri="{FF2B5EF4-FFF2-40B4-BE49-F238E27FC236}">
                <a16:creationId xmlns:a16="http://schemas.microsoft.com/office/drawing/2014/main" id="{EB6DDA15-DFF1-F82C-E672-352BD03DEEB6}"/>
              </a:ext>
            </a:extLst>
          </p:cNvPr>
          <p:cNvPicPr>
            <a:picLocks noChangeAspect="1"/>
          </p:cNvPicPr>
          <p:nvPr/>
        </p:nvPicPr>
        <p:blipFill>
          <a:blip r:embed="rId3"/>
          <a:stretch>
            <a:fillRect/>
          </a:stretch>
        </p:blipFill>
        <p:spPr>
          <a:xfrm>
            <a:off x="0" y="91440"/>
            <a:ext cx="12192000" cy="6949440"/>
          </a:xfrm>
          <a:prstGeom prst="rect">
            <a:avLst/>
          </a:prstGeom>
        </p:spPr>
      </p:pic>
      <p:pic>
        <p:nvPicPr>
          <p:cNvPr id="3" name="Picture 2">
            <a:extLst>
              <a:ext uri="{FF2B5EF4-FFF2-40B4-BE49-F238E27FC236}">
                <a16:creationId xmlns:a16="http://schemas.microsoft.com/office/drawing/2014/main" id="{35A89C39-9034-A8FE-DB51-CA246955FA76}"/>
              </a:ext>
            </a:extLst>
          </p:cNvPr>
          <p:cNvPicPr>
            <a:picLocks noChangeAspect="1"/>
          </p:cNvPicPr>
          <p:nvPr/>
        </p:nvPicPr>
        <p:blipFill>
          <a:blip r:embed="rId4"/>
          <a:stretch>
            <a:fillRect/>
          </a:stretch>
        </p:blipFill>
        <p:spPr>
          <a:xfrm>
            <a:off x="0" y="0"/>
            <a:ext cx="12192000" cy="7040880"/>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a:extLst>
              <a:ext uri="{FF2B5EF4-FFF2-40B4-BE49-F238E27FC236}">
                <a16:creationId xmlns:a16="http://schemas.microsoft.com/office/drawing/2014/main" id="{B39B91B9-97FF-0E89-C74B-1F8D17812AED}"/>
              </a:ext>
            </a:extLst>
          </p:cNvPr>
          <p:cNvPicPr>
            <a:picLocks noChangeAspect="1"/>
          </p:cNvPicPr>
          <p:nvPr/>
        </p:nvPicPr>
        <p:blipFill>
          <a:blip r:embed="rId3"/>
          <a:stretch>
            <a:fillRect/>
          </a:stretch>
        </p:blipFill>
        <p:spPr>
          <a:xfrm>
            <a:off x="-451988" y="-88900"/>
            <a:ext cx="12643988" cy="6946900"/>
          </a:xfrm>
          <a:prstGeom prst="rect">
            <a:avLst/>
          </a:prstGeom>
        </p:spPr>
      </p:pic>
      <p:pic>
        <p:nvPicPr>
          <p:cNvPr id="6" name="Picture 5">
            <a:extLst>
              <a:ext uri="{FF2B5EF4-FFF2-40B4-BE49-F238E27FC236}">
                <a16:creationId xmlns:a16="http://schemas.microsoft.com/office/drawing/2014/main" id="{F1EB4F62-122B-C512-9099-80CAACC846C0}"/>
              </a:ext>
            </a:extLst>
          </p:cNvPr>
          <p:cNvPicPr>
            <a:picLocks noChangeAspect="1"/>
          </p:cNvPicPr>
          <p:nvPr/>
        </p:nvPicPr>
        <p:blipFill>
          <a:blip r:embed="rId4"/>
          <a:stretch>
            <a:fillRect/>
          </a:stretch>
        </p:blipFill>
        <p:spPr>
          <a:xfrm>
            <a:off x="-451988" y="-83723"/>
            <a:ext cx="12643988" cy="6941723"/>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A763CDF6-8B7E-4D50-26B0-5F22D18F831A}"/>
              </a:ext>
            </a:extLst>
          </p:cNvPr>
          <p:cNvPicPr>
            <a:picLocks noChangeAspect="1"/>
          </p:cNvPicPr>
          <p:nvPr/>
        </p:nvPicPr>
        <p:blipFill>
          <a:blip r:embed="rId3"/>
          <a:stretch>
            <a:fillRect/>
          </a:stretch>
        </p:blipFill>
        <p:spPr>
          <a:xfrm>
            <a:off x="0" y="0"/>
            <a:ext cx="12192000" cy="6858000"/>
          </a:xfrm>
          <a:prstGeom prst="rect">
            <a:avLst/>
          </a:prstGeom>
        </p:spPr>
      </p:pic>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542825" y="1275371"/>
            <a:ext cx="8783044" cy="369332"/>
          </a:xfrm>
          <a:prstGeom prst="rect">
            <a:avLst/>
          </a:prstGeom>
          <a:noFill/>
        </p:spPr>
        <p:txBody>
          <a:bodyPr wrap="square">
            <a:spAutoFit/>
          </a:bodyPr>
          <a:lstStyle/>
          <a:p>
            <a:r>
              <a:rPr lang="en-US" dirty="0"/>
              <a:t>https://github.com/Shresth-16/Seasonal-Agriculture-Performance-Analysis.git</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7162BB83-65CB-5CA5-FE28-C0B26C1E6DC5}"/>
              </a:ext>
            </a:extLst>
          </p:cNvPr>
          <p:cNvPicPr>
            <a:picLocks noChangeAspect="1"/>
          </p:cNvPicPr>
          <p:nvPr/>
        </p:nvPicPr>
        <p:blipFill>
          <a:blip r:embed="rId3"/>
          <a:stretch>
            <a:fillRect/>
          </a:stretch>
        </p:blipFill>
        <p:spPr>
          <a:xfrm>
            <a:off x="0" y="-210231"/>
            <a:ext cx="12192000" cy="9474082"/>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432000" y="647699"/>
            <a:ext cx="11340000" cy="4686301"/>
          </a:xfrm>
          <a:prstGeom prst="rect">
            <a:avLst/>
          </a:prstGeom>
        </p:spPr>
        <p:txBody>
          <a:bodyPr anchor="ctr">
            <a:noAutofit/>
          </a:bodyPr>
          <a:lstStyle/>
          <a:p>
            <a:pPr algn="ctr"/>
            <a:r>
              <a:rPr lang="en-US" sz="80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1576</TotalTime>
  <Words>432</Words>
  <Application>Microsoft Office PowerPoint</Application>
  <PresentationFormat>Widescreen</PresentationFormat>
  <Paragraphs>34</Paragraphs>
  <Slides>14</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Arial</vt:lpstr>
      <vt:lpstr>Calibri</vt:lpstr>
      <vt:lpstr>Google Sans Text</vt:lpstr>
      <vt:lpstr>Trebuchet MS</vt:lpstr>
      <vt:lpstr>Wingdings</vt:lpstr>
      <vt:lpstr>Wingdings 3</vt:lpstr>
      <vt:lpstr>Facet</vt:lpstr>
      <vt:lpstr>Project Title -Seasonal Agriculture Performance Analysis</vt:lpstr>
      <vt:lpstr>PROBLEM  STATEMENT</vt:lpstr>
      <vt:lpstr>Project Description  Project Overview: This project analyses a dataset representing agricultural activities across different seasons, geographical areas, and farming conditions.  Data Scope: The analysis covers farming practices, environmental conditions, crop production, resource usage, and economic performance metrics.  Methodology: The dataset was cleaned and prepared using Python, followed by exploratory data analysis to examine how agricultural performance varies across the Kharif, Rabi, and Zaid seasons.  Core Objective: The primary goal is to identify meaningful seasonal patterns, investigate relationships between environmental conditions and agricultural outcomes, and develop data-driven recommendations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Shresth Shaurya</cp:lastModifiedBy>
  <cp:revision>103</cp:revision>
  <dcterms:created xsi:type="dcterms:W3CDTF">2021-07-11T13:13:15Z</dcterms:created>
  <dcterms:modified xsi:type="dcterms:W3CDTF">2026-09-15T18:01:11Z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